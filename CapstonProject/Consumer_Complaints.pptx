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8" r:id="rId4"/>
  </p:sldMasterIdLst>
  <p:sldIdLst>
    <p:sldId id="259" r:id="rId5"/>
    <p:sldId id="266" r:id="rId6"/>
    <p:sldId id="267" r:id="rId7"/>
    <p:sldId id="268" r:id="rId8"/>
    <p:sldId id="269" r:id="rId9"/>
    <p:sldId id="270" r:id="rId10"/>
    <p:sldId id="271" r:id="rId11"/>
  </p:sldIdLst>
  <p:sldSz cx="10160000" cy="5715000"/>
  <p:notesSz cx="6858000" cy="9144000"/>
  <p:defaultTextStyle>
    <a:defPPr>
      <a:defRPr lang="en-US"/>
    </a:defPPr>
    <a:lvl1pPr marL="0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6469"/>
    <a:srgbClr val="E22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690" autoAdjust="0"/>
  </p:normalViewPr>
  <p:slideViewPr>
    <p:cSldViewPr snapToGrid="0">
      <p:cViewPr varScale="1">
        <p:scale>
          <a:sx n="93" d="100"/>
          <a:sy n="93" d="100"/>
        </p:scale>
        <p:origin x="10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chandran, Magdalene" userId="6a35aed2-329c-45e1-8762-2a5845790df0" providerId="ADAL" clId="{35A74F66-556D-4E56-A75B-D9F14B4FEBF7}"/>
    <pc:docChg chg="modSld modShowInfo">
      <pc:chgData name="Ravichandran, Magdalene" userId="6a35aed2-329c-45e1-8762-2a5845790df0" providerId="ADAL" clId="{35A74F66-556D-4E56-A75B-D9F14B4FEBF7}" dt="2025-07-23T17:49:19.034" v="66" actId="2744"/>
      <pc:docMkLst>
        <pc:docMk/>
      </pc:docMkLst>
      <pc:sldChg chg="modSp mod">
        <pc:chgData name="Ravichandran, Magdalene" userId="6a35aed2-329c-45e1-8762-2a5845790df0" providerId="ADAL" clId="{35A74F66-556D-4E56-A75B-D9F14B4FEBF7}" dt="2025-07-23T16:58:53.302" v="65" actId="20577"/>
        <pc:sldMkLst>
          <pc:docMk/>
          <pc:sldMk cId="868860208" sldId="266"/>
        </pc:sldMkLst>
        <pc:spChg chg="mod">
          <ac:chgData name="Ravichandran, Magdalene" userId="6a35aed2-329c-45e1-8762-2a5845790df0" providerId="ADAL" clId="{35A74F66-556D-4E56-A75B-D9F14B4FEBF7}" dt="2025-07-23T16:58:53.302" v="65" actId="20577"/>
          <ac:spMkLst>
            <pc:docMk/>
            <pc:sldMk cId="868860208" sldId="266"/>
            <ac:spMk id="3" creationId="{3776BF1D-3619-45A9-9FFE-1BC96627320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53146" y="1579418"/>
            <a:ext cx="8308353" cy="1491478"/>
          </a:xfrm>
        </p:spPr>
        <p:txBody>
          <a:bodyPr wrap="none" anchor="b">
            <a:noAutofit/>
          </a:bodyPr>
          <a:lstStyle>
            <a:lvl1pPr algn="r">
              <a:defRPr sz="4800" b="1" i="0" spc="0" baseline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53146" y="3078646"/>
            <a:ext cx="8308353" cy="710573"/>
          </a:xfrm>
        </p:spPr>
        <p:txBody>
          <a:bodyPr anchor="b">
            <a:noAutofit/>
          </a:bodyPr>
          <a:lstStyle>
            <a:lvl1pPr marL="0" indent="0" algn="r">
              <a:buNone/>
              <a:defRPr sz="2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80992" indent="0" algn="ctr">
              <a:buNone/>
              <a:defRPr sz="1667"/>
            </a:lvl2pPr>
            <a:lvl3pPr marL="761985" indent="0" algn="ctr">
              <a:buNone/>
              <a:defRPr sz="1500"/>
            </a:lvl3pPr>
            <a:lvl4pPr marL="1142977" indent="0" algn="ctr">
              <a:buNone/>
              <a:defRPr sz="1333"/>
            </a:lvl4pPr>
            <a:lvl5pPr marL="1523970" indent="0" algn="ctr">
              <a:buNone/>
              <a:defRPr sz="1333"/>
            </a:lvl5pPr>
            <a:lvl6pPr marL="1904962" indent="0" algn="ctr">
              <a:buNone/>
              <a:defRPr sz="1333"/>
            </a:lvl6pPr>
            <a:lvl7pPr marL="2285954" indent="0" algn="ctr">
              <a:buNone/>
              <a:defRPr sz="1333"/>
            </a:lvl7pPr>
            <a:lvl8pPr marL="2666947" indent="0" algn="ctr">
              <a:buNone/>
              <a:defRPr sz="1333"/>
            </a:lvl8pPr>
            <a:lvl9pPr marL="3047940" indent="0" algn="ctr">
              <a:buNone/>
              <a:defRPr sz="1333"/>
            </a:lvl9pPr>
          </a:lstStyle>
          <a:p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455829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891628" y="1471448"/>
            <a:ext cx="8376745" cy="1423352"/>
          </a:xfrm>
        </p:spPr>
        <p:txBody>
          <a:bodyPr wrap="none" anchor="t">
            <a:noAutofit/>
          </a:bodyPr>
          <a:lstStyle>
            <a:lvl1pPr algn="r">
              <a:defRPr sz="4800" b="1" i="0" spc="0" baseline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91628" y="816600"/>
            <a:ext cx="8376745" cy="653822"/>
          </a:xfrm>
        </p:spPr>
        <p:txBody>
          <a:bodyPr anchor="b">
            <a:noAutofit/>
          </a:bodyPr>
          <a:lstStyle>
            <a:lvl1pPr marL="0" indent="0" algn="r">
              <a:buNone/>
              <a:defRPr sz="2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80992" indent="0" algn="ctr">
              <a:buNone/>
              <a:defRPr sz="1667"/>
            </a:lvl2pPr>
            <a:lvl3pPr marL="761985" indent="0" algn="ctr">
              <a:buNone/>
              <a:defRPr sz="1500"/>
            </a:lvl3pPr>
            <a:lvl4pPr marL="1142977" indent="0" algn="ctr">
              <a:buNone/>
              <a:defRPr sz="1333"/>
            </a:lvl4pPr>
            <a:lvl5pPr marL="1523970" indent="0" algn="ctr">
              <a:buNone/>
              <a:defRPr sz="1333"/>
            </a:lvl5pPr>
            <a:lvl6pPr marL="1904962" indent="0" algn="ctr">
              <a:buNone/>
              <a:defRPr sz="1333"/>
            </a:lvl6pPr>
            <a:lvl7pPr marL="2285954" indent="0" algn="ctr">
              <a:buNone/>
              <a:defRPr sz="1333"/>
            </a:lvl7pPr>
            <a:lvl8pPr marL="2666947" indent="0" algn="ctr">
              <a:buNone/>
              <a:defRPr sz="1333"/>
            </a:lvl8pPr>
            <a:lvl9pPr marL="3047940" indent="0" algn="ctr">
              <a:buNone/>
              <a:defRPr sz="1333"/>
            </a:lvl9pPr>
          </a:lstStyle>
          <a:p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57427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48946" y="3963576"/>
            <a:ext cx="9062107" cy="588328"/>
          </a:xfrm>
        </p:spPr>
        <p:txBody>
          <a:bodyPr anchor="t">
            <a:noAutofit/>
          </a:bodyPr>
          <a:lstStyle>
            <a:lvl1pPr marL="0" indent="0">
              <a:buNone/>
              <a:defRPr sz="1778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80992" indent="0">
              <a:buNone/>
              <a:defRPr sz="1167"/>
            </a:lvl2pPr>
            <a:lvl3pPr marL="761985" indent="0">
              <a:buNone/>
              <a:defRPr sz="1000"/>
            </a:lvl3pPr>
            <a:lvl4pPr marL="1142977" indent="0">
              <a:buNone/>
              <a:defRPr sz="833"/>
            </a:lvl4pPr>
            <a:lvl5pPr marL="1523970" indent="0">
              <a:buNone/>
              <a:defRPr sz="833"/>
            </a:lvl5pPr>
            <a:lvl6pPr marL="1904962" indent="0">
              <a:buNone/>
              <a:defRPr sz="833"/>
            </a:lvl6pPr>
            <a:lvl7pPr marL="2285954" indent="0">
              <a:buNone/>
              <a:defRPr sz="833"/>
            </a:lvl7pPr>
            <a:lvl8pPr marL="2666947" indent="0">
              <a:buNone/>
              <a:defRPr sz="833"/>
            </a:lvl8pPr>
            <a:lvl9pPr marL="3047940" indent="0">
              <a:buNone/>
              <a:defRPr sz="833"/>
            </a:lvl9pPr>
          </a:lstStyle>
          <a:p>
            <a:pPr lvl="0"/>
            <a:r>
              <a:rPr lang="en-US" dirty="0"/>
              <a:t>Click to edit sub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CAE61BF-3763-0E4A-999B-8924DFBF36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946" y="2622620"/>
            <a:ext cx="9062107" cy="1340956"/>
          </a:xfrm>
        </p:spPr>
        <p:txBody>
          <a:bodyPr anchor="b"/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89177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F6A6C647-8D61-1F4E-99D1-2AB4ED068F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947" y="304271"/>
            <a:ext cx="9062107" cy="925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01196F0-56A5-0A49-AD87-3B487F49514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9275" y="1230313"/>
            <a:ext cx="9061450" cy="3394075"/>
          </a:xfrm>
        </p:spPr>
        <p:txBody>
          <a:bodyPr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71489" indent="-360000"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52480" indent="-270000"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33473" indent="-234000"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714466" indent="-190496"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89536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 columns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CE862F-2DE8-F94F-9079-91AF022976F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8946" y="1248084"/>
            <a:ext cx="4432957" cy="3393546"/>
          </a:xfrm>
        </p:spPr>
        <p:txBody>
          <a:bodyPr>
            <a:noAutofit/>
          </a:bodyPr>
          <a:lstStyle>
            <a:lvl1pPr>
              <a:spcAft>
                <a:spcPts val="1200"/>
              </a:spcAft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71489" indent="-360000">
              <a:spcAft>
                <a:spcPts val="1200"/>
              </a:spcAft>
              <a:buFont typeface="Arial" panose="020B0604020202020204" pitchFamily="34" charset="0"/>
              <a:buChar char="•"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52480" indent="-270000">
              <a:spcAft>
                <a:spcPts val="1200"/>
              </a:spcAft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33473" indent="-234000">
              <a:spcAft>
                <a:spcPts val="1200"/>
              </a:spcAft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F482732F-316B-FD4C-A0B3-A1EF01C5451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178096" y="1248083"/>
            <a:ext cx="4432958" cy="3393547"/>
          </a:xfrm>
        </p:spPr>
        <p:txBody>
          <a:bodyPr>
            <a:noAutofit/>
          </a:bodyPr>
          <a:lstStyle>
            <a:lvl1pPr>
              <a:spcAft>
                <a:spcPts val="1200"/>
              </a:spcAft>
              <a:defRPr sz="2800" b="0" i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71489" indent="-360000">
              <a:spcAft>
                <a:spcPts val="1200"/>
              </a:spcAft>
              <a:buFont typeface="Arial" panose="020B0604020202020204" pitchFamily="34" charset="0"/>
              <a:buChar char="•"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52480" indent="-270000">
              <a:spcAft>
                <a:spcPts val="1200"/>
              </a:spcAft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33473" indent="-234000">
              <a:spcAft>
                <a:spcPts val="1200"/>
              </a:spcAft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FBF0C72D-9A4A-2A49-B363-B2C415C80B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947" y="304271"/>
            <a:ext cx="9062107" cy="925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728581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lumns content with foo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765038" y="5081519"/>
            <a:ext cx="1322294" cy="276659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rial" panose="020B0604020202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36884" y="5078099"/>
            <a:ext cx="3429000" cy="280080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15436" y="5081519"/>
            <a:ext cx="795618" cy="276659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rial" panose="020B0604020202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B971B7F-1741-9A4A-B925-11E1F5B352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947" y="304271"/>
            <a:ext cx="9062107" cy="925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32FC316-43A0-314E-884C-19A6592161F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8946" y="1248084"/>
            <a:ext cx="4432957" cy="3393546"/>
          </a:xfrm>
        </p:spPr>
        <p:txBody>
          <a:bodyPr>
            <a:noAutofit/>
          </a:bodyPr>
          <a:lstStyle>
            <a:lvl1pPr>
              <a:spcAft>
                <a:spcPts val="1200"/>
              </a:spcAft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4389" indent="-342900">
              <a:spcAft>
                <a:spcPts val="1200"/>
              </a:spcAft>
              <a:buFont typeface="Arial" panose="020B0604020202020204" pitchFamily="34" charset="0"/>
              <a:buChar char="•"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2538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85223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B32E208-AE39-D149-A2EC-87102F8C0C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178096" y="1248083"/>
            <a:ext cx="4432958" cy="3393547"/>
          </a:xfrm>
        </p:spPr>
        <p:txBody>
          <a:bodyPr>
            <a:noAutofit/>
          </a:bodyPr>
          <a:lstStyle>
            <a:lvl1pPr>
              <a:spcAft>
                <a:spcPts val="1200"/>
              </a:spcAft>
              <a:defRPr sz="2800" b="0" i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4389" indent="-342900">
              <a:spcAft>
                <a:spcPts val="1200"/>
              </a:spcAft>
              <a:buFont typeface="Arial" panose="020B0604020202020204" pitchFamily="34" charset="0"/>
              <a:buChar char="•"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2538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85223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7562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text with title and sub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11C16B46-AD21-E043-ADB4-1911CE898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947" y="304271"/>
            <a:ext cx="9062107" cy="925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F5D3C69-508E-E343-82E0-194270BE750D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48946" y="1368973"/>
            <a:ext cx="2895863" cy="472966"/>
          </a:xfrm>
        </p:spPr>
        <p:txBody>
          <a:bodyPr anchor="t">
            <a:noAutofit/>
          </a:bodyPr>
          <a:lstStyle>
            <a:lvl1pPr marL="0" indent="0">
              <a:buNone/>
              <a:defRPr sz="1600" b="1" i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80992" indent="0">
              <a:buNone/>
              <a:defRPr sz="1667" b="1"/>
            </a:lvl2pPr>
            <a:lvl3pPr marL="761985" indent="0">
              <a:buNone/>
              <a:defRPr sz="1500" b="1"/>
            </a:lvl3pPr>
            <a:lvl4pPr marL="1142977" indent="0">
              <a:buNone/>
              <a:defRPr sz="1333" b="1"/>
            </a:lvl4pPr>
            <a:lvl5pPr marL="1523970" indent="0">
              <a:buNone/>
              <a:defRPr sz="1333" b="1"/>
            </a:lvl5pPr>
            <a:lvl6pPr marL="1904962" indent="0">
              <a:buNone/>
              <a:defRPr sz="1333" b="1"/>
            </a:lvl6pPr>
            <a:lvl7pPr marL="2285954" indent="0">
              <a:buNone/>
              <a:defRPr sz="1333" b="1"/>
            </a:lvl7pPr>
            <a:lvl8pPr marL="2666947" indent="0">
              <a:buNone/>
              <a:defRPr sz="1333" b="1"/>
            </a:lvl8pPr>
            <a:lvl9pPr marL="3047940" indent="0">
              <a:buNone/>
              <a:defRPr sz="1333" b="1"/>
            </a:lvl9pPr>
          </a:lstStyle>
          <a:p>
            <a:pPr lvl="0"/>
            <a:r>
              <a:rPr lang="en-US" dirty="0"/>
              <a:t>Click to edit sub heading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B9A5ACD-B447-8F44-9065-AD7D1222E29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631287" y="1377638"/>
            <a:ext cx="2895863" cy="472966"/>
          </a:xfrm>
        </p:spPr>
        <p:txBody>
          <a:bodyPr anchor="t">
            <a:noAutofit/>
          </a:bodyPr>
          <a:lstStyle>
            <a:lvl1pPr marL="0" indent="0">
              <a:buNone/>
              <a:defRPr sz="1600" b="1" i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80992" indent="0">
              <a:buNone/>
              <a:defRPr sz="1667" b="1"/>
            </a:lvl2pPr>
            <a:lvl3pPr marL="761985" indent="0">
              <a:buNone/>
              <a:defRPr sz="1500" b="1"/>
            </a:lvl3pPr>
            <a:lvl4pPr marL="1142977" indent="0">
              <a:buNone/>
              <a:defRPr sz="1333" b="1"/>
            </a:lvl4pPr>
            <a:lvl5pPr marL="1523970" indent="0">
              <a:buNone/>
              <a:defRPr sz="1333" b="1"/>
            </a:lvl5pPr>
            <a:lvl6pPr marL="1904962" indent="0">
              <a:buNone/>
              <a:defRPr sz="1333" b="1"/>
            </a:lvl6pPr>
            <a:lvl7pPr marL="2285954" indent="0">
              <a:buNone/>
              <a:defRPr sz="1333" b="1"/>
            </a:lvl7pPr>
            <a:lvl8pPr marL="2666947" indent="0">
              <a:buNone/>
              <a:defRPr sz="1333" b="1"/>
            </a:lvl8pPr>
            <a:lvl9pPr marL="3047940" indent="0">
              <a:buNone/>
              <a:defRPr sz="1333" b="1"/>
            </a:lvl9pPr>
          </a:lstStyle>
          <a:p>
            <a:pPr lvl="0"/>
            <a:r>
              <a:rPr lang="en-US" dirty="0"/>
              <a:t>Click to edit sub heading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35FDE71-5828-1A47-B218-9FF0C40675E7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719099" y="1377638"/>
            <a:ext cx="2895863" cy="472966"/>
          </a:xfrm>
        </p:spPr>
        <p:txBody>
          <a:bodyPr anchor="t">
            <a:noAutofit/>
          </a:bodyPr>
          <a:lstStyle>
            <a:lvl1pPr marL="0" indent="0">
              <a:buNone/>
              <a:defRPr sz="1600" b="1" i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80992" indent="0">
              <a:buNone/>
              <a:defRPr sz="1667" b="1"/>
            </a:lvl2pPr>
            <a:lvl3pPr marL="761985" indent="0">
              <a:buNone/>
              <a:defRPr sz="1500" b="1"/>
            </a:lvl3pPr>
            <a:lvl4pPr marL="1142977" indent="0">
              <a:buNone/>
              <a:defRPr sz="1333" b="1"/>
            </a:lvl4pPr>
            <a:lvl5pPr marL="1523970" indent="0">
              <a:buNone/>
              <a:defRPr sz="1333" b="1"/>
            </a:lvl5pPr>
            <a:lvl6pPr marL="1904962" indent="0">
              <a:buNone/>
              <a:defRPr sz="1333" b="1"/>
            </a:lvl6pPr>
            <a:lvl7pPr marL="2285954" indent="0">
              <a:buNone/>
              <a:defRPr sz="1333" b="1"/>
            </a:lvl7pPr>
            <a:lvl8pPr marL="2666947" indent="0">
              <a:buNone/>
              <a:defRPr sz="1333" b="1"/>
            </a:lvl8pPr>
            <a:lvl9pPr marL="3047940" indent="0">
              <a:buNone/>
              <a:defRPr sz="1333" b="1"/>
            </a:lvl9pPr>
          </a:lstStyle>
          <a:p>
            <a:pPr lvl="0"/>
            <a:r>
              <a:rPr lang="en-US" dirty="0"/>
              <a:t>Click to edit sub heading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7284AE9-8724-F345-B285-3794B6E93521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545038" y="1859268"/>
            <a:ext cx="2895862" cy="2880897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7239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68230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85223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398B590-CBBB-E946-9667-816B3FD224E8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3634023" y="1850604"/>
            <a:ext cx="2895862" cy="2880897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7239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68230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85223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E29763F-CBDB-6441-8283-079979A86EC9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6715192" y="1859268"/>
            <a:ext cx="2895862" cy="2880897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7239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68230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85223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21677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text with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11C16B46-AD21-E043-ADB4-1911CE898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947" y="304271"/>
            <a:ext cx="9062107" cy="925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7284AE9-8724-F345-B285-3794B6E93521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545038" y="1238374"/>
            <a:ext cx="2895862" cy="3362387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7239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68230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85223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398B590-CBBB-E946-9667-816B3FD224E8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3634023" y="1229710"/>
            <a:ext cx="2895862" cy="3362387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7239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68230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85223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E29763F-CBDB-6441-8283-079979A86EC9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6715192" y="1238374"/>
            <a:ext cx="2895862" cy="3362387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7239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68230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85223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894018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text, small title with foo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E732-3AEB-2446-A6FA-5AFFBB873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789" y="610431"/>
            <a:ext cx="9515789" cy="499597"/>
          </a:xfrm>
        </p:spPr>
        <p:txBody>
          <a:bodyPr/>
          <a:lstStyle>
            <a:lvl1pPr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3B807-26A2-0B44-917E-DCCFEF7EB29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71790" y="1140172"/>
            <a:ext cx="9515788" cy="3642035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7239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68230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85223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6611C-9122-E049-912F-ABF2154EE8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65038" y="5081519"/>
            <a:ext cx="1322294" cy="276659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rial" panose="020B0604020202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A17CA-2218-B242-BA20-69CBB4C51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6884" y="5078099"/>
            <a:ext cx="3429000" cy="280080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4A38B-A490-B042-9C4F-4C94FD393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15436" y="5081519"/>
            <a:ext cx="795618" cy="276659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rial" panose="020B0604020202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667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ullets and right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4B78269-2564-3649-96BA-0374B26733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947" y="304271"/>
            <a:ext cx="5231743" cy="925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8F76752-A6BF-1643-A2FD-29A57B1BBD0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48946" y="1229709"/>
            <a:ext cx="5231744" cy="3552498"/>
          </a:xfrm>
        </p:spPr>
        <p:txBody>
          <a:bodyPr>
            <a:noAutofit/>
          </a:bodyPr>
          <a:lstStyle>
            <a:lvl1pPr>
              <a:spcAft>
                <a:spcPts val="1200"/>
              </a:spcAft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4389" indent="-342900">
              <a:spcAft>
                <a:spcPts val="1200"/>
              </a:spcAft>
              <a:buFont typeface="Arial" panose="020B0604020202020204" pitchFamily="34" charset="0"/>
              <a:buChar char="•"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2538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85223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9B62AAE-DA19-E14B-B2DB-6EB9850732B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0509" y="860924"/>
            <a:ext cx="3270543" cy="4267201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27401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ullets and left image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4B78269-2564-3649-96BA-0374B26733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9311" y="304271"/>
            <a:ext cx="5231743" cy="925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8F76752-A6BF-1643-A2FD-29A57B1BBD0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379310" y="1229709"/>
            <a:ext cx="5231744" cy="3857298"/>
          </a:xfrm>
        </p:spPr>
        <p:txBody>
          <a:bodyPr>
            <a:noAutofit/>
          </a:bodyPr>
          <a:lstStyle>
            <a:lvl1pPr>
              <a:spcAft>
                <a:spcPts val="1200"/>
              </a:spcAft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4389" indent="-342900">
              <a:spcAft>
                <a:spcPts val="1200"/>
              </a:spcAft>
              <a:buFont typeface="Arial" panose="020B0604020202020204" pitchFamily="34" charset="0"/>
              <a:buChar char="•"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2538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85223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9B62AAE-DA19-E14B-B2DB-6EB9850732B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5373" y="746496"/>
            <a:ext cx="3318862" cy="4519187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86659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2-imag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F3F504F-3A41-DC4B-BEE1-47D0E19E9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947" y="304271"/>
            <a:ext cx="9062107" cy="925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824842C3-42B5-9C43-9E2C-66DDA1C83A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09630" y="1229708"/>
            <a:ext cx="4420578" cy="3426375"/>
          </a:xfrm>
        </p:spPr>
        <p:txBody>
          <a:bodyPr>
            <a:normAutofit/>
          </a:bodyPr>
          <a:lstStyle>
            <a:lvl1pPr marL="0" marR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 b="1" i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– remember to add alt tag(s)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A89EA318-93EB-D34A-957B-D0D443FDB6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8946" y="1229707"/>
            <a:ext cx="4420578" cy="3426375"/>
          </a:xfrm>
        </p:spPr>
        <p:txBody>
          <a:bodyPr>
            <a:normAutofit/>
          </a:bodyPr>
          <a:lstStyle>
            <a:lvl1pPr marL="0" marR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 b="1" i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– remember to add alt tag(s)</a:t>
            </a:r>
          </a:p>
        </p:txBody>
      </p:sp>
    </p:spTree>
    <p:extLst>
      <p:ext uri="{BB962C8B-B14F-4D97-AF65-F5344CB8AC3E}">
        <p14:creationId xmlns:p14="http://schemas.microsoft.com/office/powerpoint/2010/main" val="721343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images with title and caption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48946" y="4311085"/>
            <a:ext cx="2895863" cy="47296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rgbClr val="64646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80992" indent="0">
              <a:buNone/>
              <a:defRPr sz="1667" b="1"/>
            </a:lvl2pPr>
            <a:lvl3pPr marL="761985" indent="0">
              <a:buNone/>
              <a:defRPr sz="1500" b="1"/>
            </a:lvl3pPr>
            <a:lvl4pPr marL="1142977" indent="0">
              <a:buNone/>
              <a:defRPr sz="1333" b="1"/>
            </a:lvl4pPr>
            <a:lvl5pPr marL="1523970" indent="0">
              <a:buNone/>
              <a:defRPr sz="1333" b="1"/>
            </a:lvl5pPr>
            <a:lvl6pPr marL="1904962" indent="0">
              <a:buNone/>
              <a:defRPr sz="1333" b="1"/>
            </a:lvl6pPr>
            <a:lvl7pPr marL="2285954" indent="0">
              <a:buNone/>
              <a:defRPr sz="1333" b="1"/>
            </a:lvl7pPr>
            <a:lvl8pPr marL="2666947" indent="0">
              <a:buNone/>
              <a:defRPr sz="1333" b="1"/>
            </a:lvl8pPr>
            <a:lvl9pPr marL="3047940" indent="0">
              <a:buNone/>
              <a:defRPr sz="1333" b="1"/>
            </a:lvl9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48950" y="1377638"/>
            <a:ext cx="2895864" cy="2924782"/>
          </a:xfrm>
          <a:prstGeom prst="roundRect">
            <a:avLst>
              <a:gd name="adj" fmla="val 1858"/>
            </a:avLst>
          </a:prstGeom>
          <a:effectLst/>
        </p:spPr>
        <p:txBody>
          <a:bodyPr anchor="t">
            <a:normAutofit/>
          </a:bodyPr>
          <a:lstStyle>
            <a:lvl1pPr marL="0" indent="0" algn="ctr">
              <a:buNone/>
              <a:defRPr sz="1333" b="1" i="0"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80992" indent="0">
              <a:buNone/>
              <a:defRPr sz="1333"/>
            </a:lvl2pPr>
            <a:lvl3pPr marL="761985" indent="0">
              <a:buNone/>
              <a:defRPr sz="1333"/>
            </a:lvl3pPr>
            <a:lvl4pPr marL="1142977" indent="0">
              <a:buNone/>
              <a:defRPr sz="1333"/>
            </a:lvl4pPr>
            <a:lvl5pPr marL="1523970" indent="0">
              <a:buNone/>
              <a:defRPr sz="1333"/>
            </a:lvl5pPr>
            <a:lvl6pPr marL="1904962" indent="0">
              <a:buNone/>
              <a:defRPr sz="1333"/>
            </a:lvl6pPr>
            <a:lvl7pPr marL="2285954" indent="0">
              <a:buNone/>
              <a:defRPr sz="1333"/>
            </a:lvl7pPr>
            <a:lvl8pPr marL="2666947" indent="0">
              <a:buNone/>
              <a:defRPr sz="1333"/>
            </a:lvl8pPr>
            <a:lvl9pPr marL="3047940" indent="0">
              <a:buNone/>
              <a:defRPr sz="1333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640670" y="1377638"/>
            <a:ext cx="2886481" cy="2924782"/>
          </a:xfrm>
          <a:prstGeom prst="roundRect">
            <a:avLst>
              <a:gd name="adj" fmla="val 1858"/>
            </a:avLst>
          </a:prstGeom>
          <a:effectLst/>
        </p:spPr>
        <p:txBody>
          <a:bodyPr anchor="t">
            <a:normAutofit/>
          </a:bodyPr>
          <a:lstStyle>
            <a:lvl1pPr marL="0" indent="0" algn="ctr">
              <a:buNone/>
              <a:defRPr sz="1333" b="1" i="0"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80992" indent="0">
              <a:buNone/>
              <a:defRPr sz="1333"/>
            </a:lvl2pPr>
            <a:lvl3pPr marL="761985" indent="0">
              <a:buNone/>
              <a:defRPr sz="1333"/>
            </a:lvl3pPr>
            <a:lvl4pPr marL="1142977" indent="0">
              <a:buNone/>
              <a:defRPr sz="1333"/>
            </a:lvl4pPr>
            <a:lvl5pPr marL="1523970" indent="0">
              <a:buNone/>
              <a:defRPr sz="1333"/>
            </a:lvl5pPr>
            <a:lvl6pPr marL="1904962" indent="0">
              <a:buNone/>
              <a:defRPr sz="1333"/>
            </a:lvl6pPr>
            <a:lvl7pPr marL="2285954" indent="0">
              <a:buNone/>
              <a:defRPr sz="1333"/>
            </a:lvl7pPr>
            <a:lvl8pPr marL="2666947" indent="0">
              <a:buNone/>
              <a:defRPr sz="1333"/>
            </a:lvl8pPr>
            <a:lvl9pPr marL="3047940" indent="0">
              <a:buNone/>
              <a:defRPr sz="1333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723008" y="1377638"/>
            <a:ext cx="2888046" cy="2924782"/>
          </a:xfrm>
          <a:prstGeom prst="roundRect">
            <a:avLst>
              <a:gd name="adj" fmla="val 1858"/>
            </a:avLst>
          </a:prstGeom>
          <a:effectLst/>
        </p:spPr>
        <p:txBody>
          <a:bodyPr anchor="t">
            <a:normAutofit/>
          </a:bodyPr>
          <a:lstStyle>
            <a:lvl1pPr marL="0" indent="0" algn="ctr">
              <a:buNone/>
              <a:defRPr sz="1333" b="1" i="0"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80992" indent="0">
              <a:buNone/>
              <a:defRPr sz="1333"/>
            </a:lvl2pPr>
            <a:lvl3pPr marL="761985" indent="0">
              <a:buNone/>
              <a:defRPr sz="1333"/>
            </a:lvl3pPr>
            <a:lvl4pPr marL="1142977" indent="0">
              <a:buNone/>
              <a:defRPr sz="1333"/>
            </a:lvl4pPr>
            <a:lvl5pPr marL="1523970" indent="0">
              <a:buNone/>
              <a:defRPr sz="1333"/>
            </a:lvl5pPr>
            <a:lvl6pPr marL="1904962" indent="0">
              <a:buNone/>
              <a:defRPr sz="1333"/>
            </a:lvl6pPr>
            <a:lvl7pPr marL="2285954" indent="0">
              <a:buNone/>
              <a:defRPr sz="1333"/>
            </a:lvl7pPr>
            <a:lvl8pPr marL="2666947" indent="0">
              <a:buNone/>
              <a:defRPr sz="1333"/>
            </a:lvl8pPr>
            <a:lvl9pPr marL="3047940" indent="0">
              <a:buNone/>
              <a:defRPr sz="1333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3656397" y="4311085"/>
            <a:ext cx="2870753" cy="472966"/>
          </a:xfrm>
        </p:spPr>
        <p:txBody>
          <a:bodyPr anchor="b">
            <a:noAutofit/>
          </a:bodyPr>
          <a:lstStyle>
            <a:lvl1pPr marL="0" marR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rgbClr val="64646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80992" indent="0">
              <a:buNone/>
              <a:defRPr sz="1667" b="1"/>
            </a:lvl2pPr>
            <a:lvl3pPr marL="761985" indent="0">
              <a:buNone/>
              <a:defRPr sz="1500" b="1"/>
            </a:lvl3pPr>
            <a:lvl4pPr marL="1142977" indent="0">
              <a:buNone/>
              <a:defRPr sz="1333" b="1"/>
            </a:lvl4pPr>
            <a:lvl5pPr marL="1523970" indent="0">
              <a:buNone/>
              <a:defRPr sz="1333" b="1"/>
            </a:lvl5pPr>
            <a:lvl6pPr marL="1904962" indent="0">
              <a:buNone/>
              <a:defRPr sz="1333" b="1"/>
            </a:lvl6pPr>
            <a:lvl7pPr marL="2285954" indent="0">
              <a:buNone/>
              <a:defRPr sz="1333" b="1"/>
            </a:lvl7pPr>
            <a:lvl8pPr marL="2666947" indent="0">
              <a:buNone/>
              <a:defRPr sz="1333" b="1"/>
            </a:lvl8pPr>
            <a:lvl9pPr marL="3047940" indent="0">
              <a:buNone/>
              <a:defRPr sz="1333" b="1"/>
            </a:lvl9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6738738" y="4302420"/>
            <a:ext cx="2870752" cy="47296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rgbClr val="64646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80992" indent="0">
              <a:buNone/>
              <a:defRPr sz="1667" b="1"/>
            </a:lvl2pPr>
            <a:lvl3pPr marL="761985" indent="0">
              <a:buNone/>
              <a:defRPr sz="1500" b="1"/>
            </a:lvl3pPr>
            <a:lvl4pPr marL="1142977" indent="0">
              <a:buNone/>
              <a:defRPr sz="1333" b="1"/>
            </a:lvl4pPr>
            <a:lvl5pPr marL="1523970" indent="0">
              <a:buNone/>
              <a:defRPr sz="1333" b="1"/>
            </a:lvl5pPr>
            <a:lvl6pPr marL="1904962" indent="0">
              <a:buNone/>
              <a:defRPr sz="1333" b="1"/>
            </a:lvl6pPr>
            <a:lvl7pPr marL="2285954" indent="0">
              <a:buNone/>
              <a:defRPr sz="1333" b="1"/>
            </a:lvl7pPr>
            <a:lvl8pPr marL="2666947" indent="0">
              <a:buNone/>
              <a:defRPr sz="1333" b="1"/>
            </a:lvl8pPr>
            <a:lvl9pPr marL="3047940" indent="0">
              <a:buNone/>
              <a:defRPr sz="1333" b="1"/>
            </a:lvl9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11C16B46-AD21-E043-ADB4-1911CE898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947" y="304271"/>
            <a:ext cx="9062107" cy="925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815383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image with caption and foo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99823" y="822854"/>
            <a:ext cx="8763000" cy="3417549"/>
          </a:xfrm>
        </p:spPr>
        <p:txBody>
          <a:bodyPr anchor="t">
            <a:normAutofit/>
          </a:bodyPr>
          <a:lstStyle>
            <a:lvl1pPr marL="0" indent="0">
              <a:buNone/>
              <a:defRPr sz="1400" b="1" i="0" baseline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80992" indent="0">
              <a:buNone/>
              <a:defRPr sz="2333"/>
            </a:lvl2pPr>
            <a:lvl3pPr marL="761985" indent="0">
              <a:buNone/>
              <a:defRPr sz="2000"/>
            </a:lvl3pPr>
            <a:lvl4pPr marL="1142977" indent="0">
              <a:buNone/>
              <a:defRPr sz="1667"/>
            </a:lvl4pPr>
            <a:lvl5pPr marL="1523970" indent="0">
              <a:buNone/>
              <a:defRPr sz="1667"/>
            </a:lvl5pPr>
            <a:lvl6pPr marL="1904962" indent="0">
              <a:buNone/>
              <a:defRPr sz="1667"/>
            </a:lvl6pPr>
            <a:lvl7pPr marL="2285954" indent="0">
              <a:buNone/>
              <a:defRPr sz="1667"/>
            </a:lvl7pPr>
            <a:lvl8pPr marL="2666947" indent="0">
              <a:buNone/>
              <a:defRPr sz="1667"/>
            </a:lvl8pPr>
            <a:lvl9pPr marL="3047940" indent="0">
              <a:buNone/>
              <a:defRPr sz="1667"/>
            </a:lvl9pPr>
          </a:lstStyle>
          <a:p>
            <a:r>
              <a:rPr lang="en-US" dirty="0"/>
              <a:t>Click icon to add picture – remember to add alt tag(s)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99826" y="4322102"/>
            <a:ext cx="8761677" cy="568727"/>
          </a:xfrm>
        </p:spPr>
        <p:txBody>
          <a:bodyPr>
            <a:noAutofit/>
          </a:bodyPr>
          <a:lstStyle>
            <a:lvl1pPr marL="0" indent="0" algn="r">
              <a:buNone/>
              <a:defRPr sz="1778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80992" indent="0">
              <a:buNone/>
              <a:defRPr sz="1167"/>
            </a:lvl2pPr>
            <a:lvl3pPr marL="761985" indent="0">
              <a:buNone/>
              <a:defRPr sz="1000"/>
            </a:lvl3pPr>
            <a:lvl4pPr marL="1142977" indent="0">
              <a:buNone/>
              <a:defRPr sz="833"/>
            </a:lvl4pPr>
            <a:lvl5pPr marL="1523970" indent="0">
              <a:buNone/>
              <a:defRPr sz="833"/>
            </a:lvl5pPr>
            <a:lvl6pPr marL="1904962" indent="0">
              <a:buNone/>
              <a:defRPr sz="833"/>
            </a:lvl6pPr>
            <a:lvl7pPr marL="2285954" indent="0">
              <a:buNone/>
              <a:defRPr sz="833"/>
            </a:lvl7pPr>
            <a:lvl8pPr marL="2666947" indent="0">
              <a:buNone/>
              <a:defRPr sz="833"/>
            </a:lvl8pPr>
            <a:lvl9pPr marL="3047940" indent="0">
              <a:buNone/>
              <a:defRPr sz="833"/>
            </a:lvl9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765038" y="5081519"/>
            <a:ext cx="1322294" cy="276659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rial" panose="020B0604020202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36884" y="5078099"/>
            <a:ext cx="3429000" cy="280080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15436" y="5081519"/>
            <a:ext cx="795618" cy="276659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rial" panose="020B0604020202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84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05A12D9-12AA-7842-877B-BA9346E2CEE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3350" y="409575"/>
            <a:ext cx="9893300" cy="5139887"/>
          </a:xfrm>
        </p:spPr>
        <p:txBody>
          <a:bodyPr>
            <a:normAutofit/>
          </a:bodyPr>
          <a:lstStyle>
            <a:lvl1pPr marL="0" marR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 b="1" i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– remember to add alt tag(s)</a:t>
            </a:r>
          </a:p>
        </p:txBody>
      </p:sp>
    </p:spTree>
    <p:extLst>
      <p:ext uri="{BB962C8B-B14F-4D97-AF65-F5344CB8AC3E}">
        <p14:creationId xmlns:p14="http://schemas.microsoft.com/office/powerpoint/2010/main" val="13182029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screen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05A12D9-12AA-7842-877B-BA9346E2CEE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0160000" cy="5714999"/>
          </a:xfrm>
        </p:spPr>
        <p:txBody>
          <a:bodyPr>
            <a:normAutofit/>
          </a:bodyPr>
          <a:lstStyle>
            <a:lvl1pPr marL="0" marR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 b="1" i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– remember to add alt tag(s)</a:t>
            </a:r>
          </a:p>
        </p:txBody>
      </p:sp>
    </p:spTree>
    <p:extLst>
      <p:ext uri="{BB962C8B-B14F-4D97-AF65-F5344CB8AC3E}">
        <p14:creationId xmlns:p14="http://schemas.microsoft.com/office/powerpoint/2010/main" val="5798554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with caption and foo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99826" y="4322102"/>
            <a:ext cx="8761677" cy="568727"/>
          </a:xfrm>
        </p:spPr>
        <p:txBody>
          <a:bodyPr>
            <a:noAutofit/>
          </a:bodyPr>
          <a:lstStyle>
            <a:lvl1pPr marL="0" indent="0" algn="r">
              <a:buNone/>
              <a:defRPr sz="1778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80992" indent="0">
              <a:buNone/>
              <a:defRPr sz="1167"/>
            </a:lvl2pPr>
            <a:lvl3pPr marL="761985" indent="0">
              <a:buNone/>
              <a:defRPr sz="1000"/>
            </a:lvl3pPr>
            <a:lvl4pPr marL="1142977" indent="0">
              <a:buNone/>
              <a:defRPr sz="833"/>
            </a:lvl4pPr>
            <a:lvl5pPr marL="1523970" indent="0">
              <a:buNone/>
              <a:defRPr sz="833"/>
            </a:lvl5pPr>
            <a:lvl6pPr marL="1904962" indent="0">
              <a:buNone/>
              <a:defRPr sz="833"/>
            </a:lvl6pPr>
            <a:lvl7pPr marL="2285954" indent="0">
              <a:buNone/>
              <a:defRPr sz="833"/>
            </a:lvl7pPr>
            <a:lvl8pPr marL="2666947" indent="0">
              <a:buNone/>
              <a:defRPr sz="833"/>
            </a:lvl8pPr>
            <a:lvl9pPr marL="3047940" indent="0">
              <a:buNone/>
              <a:defRPr sz="833"/>
            </a:lvl9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765038" y="5081519"/>
            <a:ext cx="1322294" cy="276659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rial" panose="020B0604020202020204" pitchFamily="34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36884" y="5078099"/>
            <a:ext cx="3429000" cy="280080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15436" y="5081519"/>
            <a:ext cx="795618" cy="276659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Arial" panose="020B0604020202020204" pitchFamily="34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Media Placeholder 7">
            <a:extLst>
              <a:ext uri="{FF2B5EF4-FFF2-40B4-BE49-F238E27FC236}">
                <a16:creationId xmlns:a16="http://schemas.microsoft.com/office/drawing/2014/main" id="{24B25A41-AA03-744E-BBE7-2C87DB0972D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700088" y="822325"/>
            <a:ext cx="8761415" cy="3417888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17461544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vide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7D2B12B3-CBD8-A74A-9D9F-26518FE934F7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0160000" cy="5715000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18037536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05179" y="304275"/>
            <a:ext cx="7752293" cy="3910373"/>
          </a:xfrm>
        </p:spPr>
        <p:txBody>
          <a:bodyPr anchor="ctr"/>
          <a:lstStyle>
            <a:lvl1pPr>
              <a:defRPr sz="3556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1433871" y="4297575"/>
            <a:ext cx="7293582" cy="457473"/>
          </a:xfrm>
        </p:spPr>
        <p:txBody>
          <a:bodyPr anchor="t">
            <a:noAutofit/>
          </a:bodyPr>
          <a:lstStyle>
            <a:lvl1pPr marL="0" indent="0" algn="r">
              <a:buNone/>
              <a:defRPr sz="1778" b="1" i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80992" indent="0">
              <a:buNone/>
              <a:defRPr sz="1167"/>
            </a:lvl2pPr>
            <a:lvl3pPr marL="761985" indent="0">
              <a:buNone/>
              <a:defRPr sz="1000"/>
            </a:lvl3pPr>
            <a:lvl4pPr marL="1142977" indent="0">
              <a:buNone/>
              <a:defRPr sz="833"/>
            </a:lvl4pPr>
            <a:lvl5pPr marL="1523970" indent="0">
              <a:buNone/>
              <a:defRPr sz="833"/>
            </a:lvl5pPr>
            <a:lvl6pPr marL="1904962" indent="0">
              <a:buNone/>
              <a:defRPr sz="833"/>
            </a:lvl6pPr>
            <a:lvl7pPr marL="2285954" indent="0">
              <a:buNone/>
              <a:defRPr sz="833"/>
            </a:lvl7pPr>
            <a:lvl8pPr marL="2666947" indent="0">
              <a:buNone/>
              <a:defRPr sz="833"/>
            </a:lvl8pPr>
            <a:lvl9pPr marL="3047940" indent="0">
              <a:buNone/>
              <a:defRPr sz="833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871" y="823855"/>
            <a:ext cx="508000" cy="487313"/>
          </a:xfrm>
          <a:prstGeom prst="rect">
            <a:avLst/>
          </a:prstGeom>
        </p:spPr>
        <p:txBody>
          <a:bodyPr vert="horz" lIns="76200" tIns="38100" rIns="76200" bIns="3810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667" b="1" i="0" dirty="0">
                <a:ln w="3175" cmpd="sng">
                  <a:solidFill>
                    <a:srgbClr val="C00000"/>
                  </a:solidFill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98177" y="3768798"/>
            <a:ext cx="508000" cy="487313"/>
          </a:xfrm>
          <a:prstGeom prst="rect">
            <a:avLst/>
          </a:prstGeom>
        </p:spPr>
        <p:txBody>
          <a:bodyPr vert="horz" lIns="76200" tIns="38100" rIns="76200" bIns="3810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667" b="1" i="0" dirty="0">
                <a:ln w="3175" cmpd="sng">
                  <a:solidFill>
                    <a:srgbClr val="C00000"/>
                  </a:solidFill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90657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05179" y="304275"/>
            <a:ext cx="7752293" cy="2494087"/>
          </a:xfrm>
        </p:spPr>
        <p:txBody>
          <a:bodyPr anchor="ctr"/>
          <a:lstStyle>
            <a:lvl1pPr>
              <a:defRPr sz="3556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1433871" y="2804631"/>
            <a:ext cx="7293582" cy="457473"/>
          </a:xfrm>
        </p:spPr>
        <p:txBody>
          <a:bodyPr anchor="t">
            <a:noAutofit/>
          </a:bodyPr>
          <a:lstStyle>
            <a:lvl1pPr marL="0" indent="0" algn="r">
              <a:buNone/>
              <a:defRPr sz="1778" b="1" i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80992" indent="0">
              <a:buNone/>
              <a:defRPr sz="1167"/>
            </a:lvl2pPr>
            <a:lvl3pPr marL="761985" indent="0">
              <a:buNone/>
              <a:defRPr sz="1000"/>
            </a:lvl3pPr>
            <a:lvl4pPr marL="1142977" indent="0">
              <a:buNone/>
              <a:defRPr sz="833"/>
            </a:lvl4pPr>
            <a:lvl5pPr marL="1523970" indent="0">
              <a:buNone/>
              <a:defRPr sz="833"/>
            </a:lvl5pPr>
            <a:lvl6pPr marL="1904962" indent="0">
              <a:buNone/>
              <a:defRPr sz="833"/>
            </a:lvl6pPr>
            <a:lvl7pPr marL="2285954" indent="0">
              <a:buNone/>
              <a:defRPr sz="833"/>
            </a:lvl7pPr>
            <a:lvl8pPr marL="2666947" indent="0">
              <a:buNone/>
              <a:defRPr sz="833"/>
            </a:lvl8pPr>
            <a:lvl9pPr marL="3047940" indent="0">
              <a:buNone/>
              <a:defRPr sz="833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99826" y="3666651"/>
            <a:ext cx="8760353" cy="1241247"/>
          </a:xfrm>
        </p:spPr>
        <p:txBody>
          <a:bodyPr anchor="ctr">
            <a:noAutofit/>
          </a:bodyPr>
          <a:lstStyle>
            <a:lvl1pPr marL="0" indent="0">
              <a:buNone/>
              <a:defRPr sz="1778" b="1" i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80992" indent="0">
              <a:buNone/>
              <a:defRPr sz="1167"/>
            </a:lvl2pPr>
            <a:lvl3pPr marL="761985" indent="0">
              <a:buNone/>
              <a:defRPr sz="1000"/>
            </a:lvl3pPr>
            <a:lvl4pPr marL="1142977" indent="0">
              <a:buNone/>
              <a:defRPr sz="833"/>
            </a:lvl4pPr>
            <a:lvl5pPr marL="1523970" indent="0">
              <a:buNone/>
              <a:defRPr sz="833"/>
            </a:lvl5pPr>
            <a:lvl6pPr marL="1904962" indent="0">
              <a:buNone/>
              <a:defRPr sz="833"/>
            </a:lvl6pPr>
            <a:lvl7pPr marL="2285954" indent="0">
              <a:buNone/>
              <a:defRPr sz="833"/>
            </a:lvl7pPr>
            <a:lvl8pPr marL="2666947" indent="0">
              <a:buNone/>
              <a:defRPr sz="833"/>
            </a:lvl8pPr>
            <a:lvl9pPr marL="3047940" indent="0">
              <a:buNone/>
              <a:defRPr sz="833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870" y="655689"/>
            <a:ext cx="508000" cy="487313"/>
          </a:xfrm>
          <a:prstGeom prst="rect">
            <a:avLst/>
          </a:prstGeom>
        </p:spPr>
        <p:txBody>
          <a:bodyPr vert="horz" lIns="76200" tIns="38100" rIns="76200" bIns="3810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667" b="1" i="0" dirty="0">
                <a:ln w="3175" cmpd="sng">
                  <a:solidFill>
                    <a:srgbClr val="C00000"/>
                  </a:solidFill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98177" y="2286005"/>
            <a:ext cx="508000" cy="487313"/>
          </a:xfrm>
          <a:prstGeom prst="rect">
            <a:avLst/>
          </a:prstGeom>
        </p:spPr>
        <p:txBody>
          <a:bodyPr vert="horz" lIns="76200" tIns="38100" rIns="76200" bIns="3810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667" b="1" i="0" dirty="0">
                <a:ln w="3175" cmpd="sng">
                  <a:solidFill>
                    <a:srgbClr val="C00000"/>
                  </a:solidFill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50147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F3F504F-3A41-DC4B-BEE1-47D0E19E9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947" y="304271"/>
            <a:ext cx="9062107" cy="925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4918886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9891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54288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36669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24951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6571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48DBC-BC11-4378-98F3-3D7087705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FA553-0C62-439F-862B-194572796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12165-AAA9-4C86-84A5-B0D929014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C0392-574B-4BCD-BFE4-2B2426EACE1A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CB5D3-5747-46A3-BABE-92E0F2426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D12A2-DF32-4D73-A48D-D50A91349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4E876-1E2A-41C4-BFA0-7D60E841B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380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947" y="304271"/>
            <a:ext cx="9062107" cy="925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947" y="1229709"/>
            <a:ext cx="9062107" cy="3594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85011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00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43" r:id="rId17"/>
    <p:sldLayoutId id="214748374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2" r:id="rId25"/>
    <p:sldLayoutId id="2147483741" r:id="rId26"/>
    <p:sldLayoutId id="2147483765" r:id="rId27"/>
  </p:sldLayoutIdLst>
  <p:txStyles>
    <p:titleStyle>
      <a:lvl1pPr algn="l" defTabSz="761985" rtl="0" eaLnBrk="1" latinLnBrk="0" hangingPunct="1">
        <a:lnSpc>
          <a:spcPct val="100000"/>
        </a:lnSpc>
        <a:spcBef>
          <a:spcPct val="0"/>
        </a:spcBef>
        <a:buNone/>
        <a:defRPr sz="32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761985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800" b="0" i="0" kern="1200">
          <a:solidFill>
            <a:srgbClr val="64646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54389" indent="-342900" algn="l" defTabSz="761985" rtl="0" eaLnBrk="1" latinLnBrk="0" hangingPunct="1">
        <a:lnSpc>
          <a:spcPct val="100000"/>
        </a:lnSpc>
        <a:spcBef>
          <a:spcPts val="417"/>
        </a:spcBef>
        <a:spcAft>
          <a:spcPts val="1200"/>
        </a:spcAft>
        <a:buClr>
          <a:srgbClr val="E2231A"/>
        </a:buClr>
        <a:buSzPct val="125000"/>
        <a:buFont typeface="Arial" panose="020B0604020202020204" pitchFamily="34" charset="0"/>
        <a:buChar char="•"/>
        <a:defRPr sz="2400" b="0" i="0" kern="1200">
          <a:solidFill>
            <a:srgbClr val="64646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25380" indent="-342900" algn="l" defTabSz="761985" rtl="0" eaLnBrk="1" latinLnBrk="0" hangingPunct="1">
        <a:lnSpc>
          <a:spcPct val="100000"/>
        </a:lnSpc>
        <a:spcBef>
          <a:spcPts val="417"/>
        </a:spcBef>
        <a:spcAft>
          <a:spcPts val="1200"/>
        </a:spcAft>
        <a:buClr>
          <a:srgbClr val="E2231A"/>
        </a:buClr>
        <a:buSzPct val="125000"/>
        <a:buFont typeface="Arial" panose="020B0604020202020204" pitchFamily="34" charset="0"/>
        <a:buChar char="•"/>
        <a:defRPr sz="2000" b="0" i="0" kern="1200">
          <a:solidFill>
            <a:srgbClr val="64646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85223" indent="-285750" algn="l" defTabSz="761985" rtl="0" eaLnBrk="1" latinLnBrk="0" hangingPunct="1">
        <a:lnSpc>
          <a:spcPct val="100000"/>
        </a:lnSpc>
        <a:spcBef>
          <a:spcPts val="417"/>
        </a:spcBef>
        <a:spcAft>
          <a:spcPts val="1200"/>
        </a:spcAft>
        <a:buClr>
          <a:srgbClr val="E2231A"/>
        </a:buClr>
        <a:buSzPct val="125000"/>
        <a:buFont typeface="Arial" panose="020B0604020202020204" pitchFamily="34" charset="0"/>
        <a:buChar char="•"/>
        <a:defRPr sz="1800" b="0" i="0" kern="1200">
          <a:solidFill>
            <a:srgbClr val="64646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09720" indent="-285750" algn="l" defTabSz="761985" rtl="0" eaLnBrk="1" latinLnBrk="0" hangingPunct="1">
        <a:lnSpc>
          <a:spcPct val="100000"/>
        </a:lnSpc>
        <a:spcBef>
          <a:spcPts val="417"/>
        </a:spcBef>
        <a:spcAft>
          <a:spcPts val="1200"/>
        </a:spcAft>
        <a:buClr>
          <a:srgbClr val="E2231A"/>
        </a:buClr>
        <a:buSzPct val="125000"/>
        <a:buFont typeface="Arial" panose="020B0604020202020204" pitchFamily="34" charset="0"/>
        <a:buChar char="•"/>
        <a:defRPr sz="1600" b="0" i="0" kern="1200">
          <a:solidFill>
            <a:srgbClr val="64646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095458" indent="-190496" algn="l" defTabSz="761985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6451" indent="-190496" algn="l" defTabSz="761985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443" indent="-190496" algn="l" defTabSz="761985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8435" indent="-190496" algn="l" defTabSz="761985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92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85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77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70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62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54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947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940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C68B822C-8E13-46B2-9A39-B56617C49EE1}"/>
              </a:ext>
            </a:extLst>
          </p:cNvPr>
          <p:cNvSpPr/>
          <p:nvPr/>
        </p:nvSpPr>
        <p:spPr>
          <a:xfrm>
            <a:off x="755941" y="1503060"/>
            <a:ext cx="8648118" cy="599596"/>
          </a:xfrm>
          <a:prstGeom prst="rect">
            <a:avLst/>
          </a:prstGeom>
        </p:spPr>
        <p:txBody>
          <a:bodyPr vert="horz" lIns="76200" tIns="38100" rIns="76200" bIns="38100" rtlCol="0" anchor="b">
            <a:noAutofit/>
          </a:bodyPr>
          <a:lstStyle/>
          <a:p>
            <a:r>
              <a:rPr lang="en-CA" sz="3600" b="1" dirty="0"/>
              <a:t>Consumer Complaints</a:t>
            </a:r>
          </a:p>
          <a:p>
            <a:r>
              <a:rPr lang="en-CA" sz="3600" b="1" dirty="0"/>
              <a:t>Classification &amp; Regression</a:t>
            </a:r>
            <a:endParaRPr lang="en-CA" sz="36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919AD16-203D-4566-B9F0-BD78C757DBC5}"/>
              </a:ext>
            </a:extLst>
          </p:cNvPr>
          <p:cNvSpPr/>
          <p:nvPr/>
        </p:nvSpPr>
        <p:spPr>
          <a:xfrm>
            <a:off x="880900" y="4854887"/>
            <a:ext cx="8392947" cy="774792"/>
          </a:xfrm>
          <a:prstGeom prst="rect">
            <a:avLst/>
          </a:prstGeom>
        </p:spPr>
        <p:txBody>
          <a:bodyPr vert="horz" lIns="76200" tIns="38100" rIns="76200" bIns="38100" rtlCol="0" anchor="b">
            <a:normAutofit fontScale="250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</a:pPr>
            <a:r>
              <a:rPr lang="en-US" sz="3667" b="1" dirty="0">
                <a:latin typeface="+mj-lt"/>
                <a:ea typeface="+mj-ea"/>
                <a:cs typeface="+mj-cs"/>
              </a:rPr>
              <a:t>Dr. Magdalene R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</a:pPr>
            <a:r>
              <a:rPr lang="en-US" sz="3667" b="1" dirty="0">
                <a:latin typeface="+mj-lt"/>
                <a:ea typeface="+mj-ea"/>
                <a:cs typeface="+mj-cs"/>
              </a:rPr>
              <a:t>Assistant professor (SG)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</a:pPr>
            <a:r>
              <a:rPr lang="en-US" sz="3667" b="1" dirty="0">
                <a:latin typeface="+mj-lt"/>
                <a:ea typeface="+mj-ea"/>
                <a:cs typeface="+mj-cs"/>
              </a:rPr>
              <a:t>School of Computing Sciences,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500"/>
              </a:spcAft>
            </a:pPr>
            <a:r>
              <a:rPr lang="en-US" sz="3667" b="1" dirty="0">
                <a:latin typeface="+mj-lt"/>
                <a:ea typeface="+mj-ea"/>
                <a:cs typeface="+mj-cs"/>
              </a:rPr>
              <a:t>Department of Computer Science and Engineering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C5364-54D7-3337-4E51-140AA511FC66}"/>
              </a:ext>
            </a:extLst>
          </p:cNvPr>
          <p:cNvSpPr/>
          <p:nvPr/>
        </p:nvSpPr>
        <p:spPr>
          <a:xfrm>
            <a:off x="6103458" y="3678356"/>
            <a:ext cx="3879442" cy="961423"/>
          </a:xfrm>
          <a:prstGeom prst="rect">
            <a:avLst/>
          </a:prstGeom>
        </p:spPr>
        <p:txBody>
          <a:bodyPr vert="horz" lIns="76200" tIns="38100" rIns="76200" bIns="3810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500"/>
              </a:spcAft>
            </a:pPr>
            <a:r>
              <a:rPr lang="en-US" sz="1200" b="1" dirty="0">
                <a:latin typeface="+mj-lt"/>
                <a:ea typeface="+mj-ea"/>
                <a:cs typeface="+mj-cs"/>
              </a:rPr>
              <a:t>Edward (Seongmin Choi)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500"/>
              </a:spcAft>
            </a:pPr>
            <a:r>
              <a:rPr lang="en-US" sz="1200" b="1" dirty="0">
                <a:latin typeface="+mj-lt"/>
                <a:ea typeface="+mj-ea"/>
                <a:cs typeface="+mj-cs"/>
              </a:rPr>
              <a:t>1319840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500"/>
              </a:spcAft>
            </a:pPr>
            <a:r>
              <a:rPr lang="en-US" sz="1200" b="1" dirty="0">
                <a:latin typeface="+mj-lt"/>
                <a:ea typeface="+mj-ea"/>
                <a:cs typeface="+mj-cs"/>
              </a:rPr>
              <a:t>INFO-6146 TensorFlow &amp; </a:t>
            </a:r>
            <a:r>
              <a:rPr lang="en-US" sz="1200" b="1" dirty="0" err="1">
                <a:latin typeface="+mj-lt"/>
                <a:ea typeface="+mj-ea"/>
                <a:cs typeface="+mj-cs"/>
              </a:rPr>
              <a:t>Keras</a:t>
            </a:r>
            <a:r>
              <a:rPr lang="en-US" sz="1200" b="1" dirty="0">
                <a:latin typeface="+mj-lt"/>
                <a:ea typeface="+mj-ea"/>
                <a:cs typeface="+mj-cs"/>
              </a:rPr>
              <a:t> with Python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500"/>
              </a:spcAft>
            </a:pPr>
            <a:r>
              <a:rPr lang="en-US" sz="1200" b="1" dirty="0">
                <a:latin typeface="+mj-lt"/>
                <a:ea typeface="+mj-ea"/>
                <a:cs typeface="+mj-cs"/>
              </a:rPr>
              <a:t>Professor: </a:t>
            </a:r>
            <a:r>
              <a:rPr lang="en-CA" sz="1200" b="1" dirty="0">
                <a:latin typeface="+mj-lt"/>
                <a:ea typeface="+mj-ea"/>
                <a:cs typeface="+mj-cs"/>
              </a:rPr>
              <a:t>Fatemeh </a:t>
            </a:r>
            <a:r>
              <a:rPr lang="en-CA" sz="1200" b="1" dirty="0" err="1">
                <a:latin typeface="+mj-lt"/>
                <a:ea typeface="+mj-ea"/>
                <a:cs typeface="+mj-cs"/>
              </a:rPr>
              <a:t>Dehrouyeh</a:t>
            </a:r>
            <a:endParaRPr lang="en-CA" sz="12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33882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1E52F1-E8A8-4487-BB84-098609845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7803" y="5296959"/>
            <a:ext cx="7721338" cy="304271"/>
          </a:xfrm>
        </p:spPr>
        <p:txBody>
          <a:bodyPr vert="horz" lIns="76200" tIns="38100" rIns="76200" bIns="38100" rtlCol="0" anchor="ctr">
            <a:noAutofit/>
          </a:bodyPr>
          <a:lstStyle/>
          <a:p>
            <a:pPr>
              <a:spcAft>
                <a:spcPts val="500"/>
              </a:spcAft>
            </a:pPr>
            <a:r>
              <a:rPr lang="en-US" sz="1167">
                <a:solidFill>
                  <a:schemeClr val="tx1">
                    <a:tint val="75000"/>
                  </a:schemeClr>
                </a:solidFill>
              </a:rPr>
              <a:t>Department of Computer science and Engineering</a:t>
            </a:r>
            <a:endParaRPr lang="en-US" sz="1167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64D308-D87B-40EA-A861-9261D386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0696" y="5296959"/>
            <a:ext cx="231913" cy="304271"/>
          </a:xfrm>
        </p:spPr>
        <p:txBody>
          <a:bodyPr vert="horz" lIns="76200" tIns="38100" rIns="76200" bIns="38100" rtlCol="0" anchor="ctr">
            <a:noAutofit/>
          </a:bodyPr>
          <a:lstStyle/>
          <a:p>
            <a:pPr>
              <a:spcAft>
                <a:spcPts val="500"/>
              </a:spcAft>
            </a:pPr>
            <a:fld id="{8BA4E876-1E2A-41C4-BFA0-7D60E841BEBF}" type="slidenum">
              <a:rPr lang="en-US" sz="1500" b="1">
                <a:latin typeface="Arial Black" panose="020B0A04020102020204" pitchFamily="34" charset="0"/>
              </a:rPr>
              <a:pPr>
                <a:spcAft>
                  <a:spcPts val="500"/>
                </a:spcAft>
              </a:pPr>
              <a:t>2</a:t>
            </a:fld>
            <a:endParaRPr lang="en-US" sz="1500" b="1" dirty="0">
              <a:latin typeface="Arial Black" panose="020B0A040201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F54045B-7AEA-4EBD-AAA8-66215BBF0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Reminders: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E9AFEE1-2766-7F0A-E24F-160DE3CB0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8860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DE091-2B27-56BB-13B9-3308FD388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FBB0C5-B560-0463-19B8-D8F91643C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7803" y="5296959"/>
            <a:ext cx="7721338" cy="304271"/>
          </a:xfrm>
        </p:spPr>
        <p:txBody>
          <a:bodyPr vert="horz" lIns="76200" tIns="38100" rIns="76200" bIns="38100" rtlCol="0" anchor="ctr">
            <a:noAutofit/>
          </a:bodyPr>
          <a:lstStyle/>
          <a:p>
            <a:pPr>
              <a:spcAft>
                <a:spcPts val="500"/>
              </a:spcAft>
            </a:pPr>
            <a:r>
              <a:rPr lang="en-US" sz="1167">
                <a:solidFill>
                  <a:schemeClr val="tx1">
                    <a:tint val="75000"/>
                  </a:schemeClr>
                </a:solidFill>
              </a:rPr>
              <a:t>Department of Computer science and Engineering</a:t>
            </a:r>
            <a:endParaRPr lang="en-US" sz="1167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9D0E89-E7C6-76C3-F59A-97702236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0696" y="5296959"/>
            <a:ext cx="231913" cy="304271"/>
          </a:xfrm>
        </p:spPr>
        <p:txBody>
          <a:bodyPr vert="horz" lIns="76200" tIns="38100" rIns="76200" bIns="38100" rtlCol="0" anchor="ctr">
            <a:noAutofit/>
          </a:bodyPr>
          <a:lstStyle/>
          <a:p>
            <a:pPr>
              <a:spcAft>
                <a:spcPts val="500"/>
              </a:spcAft>
            </a:pPr>
            <a:fld id="{8BA4E876-1E2A-41C4-BFA0-7D60E841BEBF}" type="slidenum">
              <a:rPr lang="en-US" sz="1500" b="1">
                <a:latin typeface="Arial Black" panose="020B0A04020102020204" pitchFamily="34" charset="0"/>
              </a:rPr>
              <a:pPr>
                <a:spcAft>
                  <a:spcPts val="500"/>
                </a:spcAft>
              </a:pPr>
              <a:t>3</a:t>
            </a:fld>
            <a:endParaRPr lang="en-US" sz="1500" b="1" dirty="0">
              <a:latin typeface="Arial Black" panose="020B0A040201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8EA43BB-3C52-2224-D2D5-18708B971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Reminders: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7B8184E0-D3E4-69C3-94D6-68F9655BE9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3336634"/>
              </p:ext>
            </p:extLst>
          </p:nvPr>
        </p:nvGraphicFramePr>
        <p:xfrm>
          <a:off x="549274" y="1230313"/>
          <a:ext cx="8771422" cy="3646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5711">
                  <a:extLst>
                    <a:ext uri="{9D8B030D-6E8A-4147-A177-3AD203B41FA5}">
                      <a16:colId xmlns:a16="http://schemas.microsoft.com/office/drawing/2014/main" val="1679264984"/>
                    </a:ext>
                  </a:extLst>
                </a:gridCol>
                <a:gridCol w="4385711">
                  <a:extLst>
                    <a:ext uri="{9D8B030D-6E8A-4147-A177-3AD203B41FA5}">
                      <a16:colId xmlns:a16="http://schemas.microsoft.com/office/drawing/2014/main" val="401395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Classification model</a:t>
                      </a:r>
                      <a:endParaRPr lang="en-CA" sz="14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dirty="0"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Numerical Regression model</a:t>
                      </a:r>
                      <a:endParaRPr lang="en-CA" sz="14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9976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 dirty="0"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Create a model that takes text data as input and classifies it into one of several classes.</a:t>
                      </a:r>
                      <a:endParaRPr lang="en-CA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 dirty="0"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A model that takes numerical data as input and predicts a specific value</a:t>
                      </a:r>
                      <a:endParaRPr lang="en-CA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2526096"/>
                  </a:ext>
                </a:extLst>
              </a:tr>
              <a:tr h="2904807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876450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0132524-70D7-AEE6-3CC2-188B38C68A99}"/>
              </a:ext>
            </a:extLst>
          </p:cNvPr>
          <p:cNvSpPr/>
          <p:nvPr/>
        </p:nvSpPr>
        <p:spPr>
          <a:xfrm>
            <a:off x="1207487" y="2364263"/>
            <a:ext cx="2750152" cy="192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/>
              <a:t>Embedding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4F7384-2F71-8A70-C5EB-7376DCC6F8C0}"/>
              </a:ext>
            </a:extLst>
          </p:cNvPr>
          <p:cNvSpPr/>
          <p:nvPr/>
        </p:nvSpPr>
        <p:spPr>
          <a:xfrm>
            <a:off x="1207486" y="2680637"/>
            <a:ext cx="2750152" cy="192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/>
              <a:t>GlobalAveragePooling1D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4EA0E4-15D5-17D5-8982-D69AFD47786B}"/>
              </a:ext>
            </a:extLst>
          </p:cNvPr>
          <p:cNvSpPr/>
          <p:nvPr/>
        </p:nvSpPr>
        <p:spPr>
          <a:xfrm>
            <a:off x="1207486" y="2962028"/>
            <a:ext cx="2750152" cy="192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/>
              <a:t>Dense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CE5A1E5-99BC-63E7-154E-53F721AC462A}"/>
              </a:ext>
            </a:extLst>
          </p:cNvPr>
          <p:cNvSpPr/>
          <p:nvPr/>
        </p:nvSpPr>
        <p:spPr>
          <a:xfrm>
            <a:off x="1207487" y="3840563"/>
            <a:ext cx="2750152" cy="192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 err="1"/>
              <a:t>BatchNormalization</a:t>
            </a:r>
            <a:endParaRPr lang="en-CA" sz="11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7D6DD83-69D2-D9BA-4095-B3DEE84598BD}"/>
              </a:ext>
            </a:extLst>
          </p:cNvPr>
          <p:cNvSpPr/>
          <p:nvPr/>
        </p:nvSpPr>
        <p:spPr>
          <a:xfrm>
            <a:off x="1207487" y="4046254"/>
            <a:ext cx="2750152" cy="192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/>
              <a:t>Dropout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FFA4866-5F24-061F-B096-6849ABAF0620}"/>
              </a:ext>
            </a:extLst>
          </p:cNvPr>
          <p:cNvSpPr/>
          <p:nvPr/>
        </p:nvSpPr>
        <p:spPr>
          <a:xfrm>
            <a:off x="1207486" y="4253240"/>
            <a:ext cx="2750152" cy="192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/>
              <a:t>Dense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9C3CD2B-C680-4A2E-0CBE-9A131807DD0A}"/>
              </a:ext>
            </a:extLst>
          </p:cNvPr>
          <p:cNvSpPr/>
          <p:nvPr/>
        </p:nvSpPr>
        <p:spPr>
          <a:xfrm>
            <a:off x="1207487" y="3167864"/>
            <a:ext cx="2750152" cy="192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 err="1"/>
              <a:t>BatchNormalization</a:t>
            </a:r>
            <a:endParaRPr lang="en-CA" sz="11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FE17CAB-D988-19C2-74A1-E33904FB047F}"/>
              </a:ext>
            </a:extLst>
          </p:cNvPr>
          <p:cNvSpPr/>
          <p:nvPr/>
        </p:nvSpPr>
        <p:spPr>
          <a:xfrm>
            <a:off x="1207487" y="3373555"/>
            <a:ext cx="2750152" cy="192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/>
              <a:t>Dropout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727DD3D-5097-68A9-252F-BBF6C18B5293}"/>
              </a:ext>
            </a:extLst>
          </p:cNvPr>
          <p:cNvSpPr/>
          <p:nvPr/>
        </p:nvSpPr>
        <p:spPr>
          <a:xfrm>
            <a:off x="1207486" y="3580541"/>
            <a:ext cx="2750152" cy="192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/>
              <a:t>Dense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FDF10FF-5D66-79BF-6C85-D63A6E5B89B3}"/>
              </a:ext>
            </a:extLst>
          </p:cNvPr>
          <p:cNvSpPr/>
          <p:nvPr/>
        </p:nvSpPr>
        <p:spPr>
          <a:xfrm>
            <a:off x="1207486" y="2080393"/>
            <a:ext cx="2750152" cy="192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 err="1"/>
              <a:t>Regularizer</a:t>
            </a:r>
            <a:r>
              <a:rPr lang="en-CA" sz="1100" dirty="0"/>
              <a:t>(l1, l2)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6EAEB0C-2773-CCB2-8C2A-0CF60711319F}"/>
              </a:ext>
            </a:extLst>
          </p:cNvPr>
          <p:cNvSpPr/>
          <p:nvPr/>
        </p:nvSpPr>
        <p:spPr>
          <a:xfrm>
            <a:off x="6055453" y="2962028"/>
            <a:ext cx="2750152" cy="192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/>
              <a:t>Dense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39ACC5B-6AC0-07EA-89CE-15D5AB798020}"/>
              </a:ext>
            </a:extLst>
          </p:cNvPr>
          <p:cNvSpPr/>
          <p:nvPr/>
        </p:nvSpPr>
        <p:spPr>
          <a:xfrm>
            <a:off x="6055454" y="3840563"/>
            <a:ext cx="2750152" cy="192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 err="1"/>
              <a:t>BatchNormalization</a:t>
            </a:r>
            <a:endParaRPr lang="en-CA" sz="11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662A83-FD5A-E730-2EB1-9C43980560A1}"/>
              </a:ext>
            </a:extLst>
          </p:cNvPr>
          <p:cNvSpPr/>
          <p:nvPr/>
        </p:nvSpPr>
        <p:spPr>
          <a:xfrm>
            <a:off x="6055454" y="4046254"/>
            <a:ext cx="2750152" cy="192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/>
              <a:t>Dropout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F0C74E0-7703-EDB1-D856-ED21801C494F}"/>
              </a:ext>
            </a:extLst>
          </p:cNvPr>
          <p:cNvSpPr/>
          <p:nvPr/>
        </p:nvSpPr>
        <p:spPr>
          <a:xfrm>
            <a:off x="6055453" y="4253240"/>
            <a:ext cx="2750152" cy="192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/>
              <a:t>Dense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8B53806-9066-E83D-7815-40B3394DD152}"/>
              </a:ext>
            </a:extLst>
          </p:cNvPr>
          <p:cNvSpPr/>
          <p:nvPr/>
        </p:nvSpPr>
        <p:spPr>
          <a:xfrm>
            <a:off x="6055454" y="3167864"/>
            <a:ext cx="2750152" cy="192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 err="1"/>
              <a:t>BatchNormalization</a:t>
            </a:r>
            <a:endParaRPr lang="en-CA" sz="11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4B9BF2-E97A-0AF9-F704-A14F21E66ACC}"/>
              </a:ext>
            </a:extLst>
          </p:cNvPr>
          <p:cNvSpPr/>
          <p:nvPr/>
        </p:nvSpPr>
        <p:spPr>
          <a:xfrm>
            <a:off x="6055454" y="3373555"/>
            <a:ext cx="2750152" cy="192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/>
              <a:t>Dropout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513B35D-6D11-7AE8-5D5E-51ABDC1609C8}"/>
              </a:ext>
            </a:extLst>
          </p:cNvPr>
          <p:cNvSpPr/>
          <p:nvPr/>
        </p:nvSpPr>
        <p:spPr>
          <a:xfrm>
            <a:off x="6055453" y="3580541"/>
            <a:ext cx="2750152" cy="192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/>
              <a:t>Dense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5F676BA-A201-7BA4-89F6-0A8BE64459D0}"/>
              </a:ext>
            </a:extLst>
          </p:cNvPr>
          <p:cNvSpPr/>
          <p:nvPr/>
        </p:nvSpPr>
        <p:spPr>
          <a:xfrm>
            <a:off x="6055453" y="2080393"/>
            <a:ext cx="2750152" cy="192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 err="1"/>
              <a:t>Regularizer</a:t>
            </a:r>
            <a:r>
              <a:rPr lang="en-CA" sz="1100" dirty="0"/>
              <a:t>(l1, l2)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EE61B06-1E76-18EC-B856-7FD031570763}"/>
              </a:ext>
            </a:extLst>
          </p:cNvPr>
          <p:cNvSpPr/>
          <p:nvPr/>
        </p:nvSpPr>
        <p:spPr>
          <a:xfrm>
            <a:off x="1207486" y="4553421"/>
            <a:ext cx="2750152" cy="192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/>
              <a:t>Optimizer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3DB0F23-A909-FCA1-1805-5E51C162FBAE}"/>
              </a:ext>
            </a:extLst>
          </p:cNvPr>
          <p:cNvSpPr/>
          <p:nvPr/>
        </p:nvSpPr>
        <p:spPr>
          <a:xfrm>
            <a:off x="6055453" y="4553420"/>
            <a:ext cx="2750152" cy="1923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/>
              <a:t>Optimizer</a:t>
            </a:r>
          </a:p>
        </p:txBody>
      </p:sp>
    </p:spTree>
    <p:extLst>
      <p:ext uri="{BB962C8B-B14F-4D97-AF65-F5344CB8AC3E}">
        <p14:creationId xmlns:p14="http://schemas.microsoft.com/office/powerpoint/2010/main" val="2062408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0F9D9-45DF-59B6-6EAC-6E4E6072C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A50227-A365-860E-59FC-C9E8B0996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7803" y="5296959"/>
            <a:ext cx="7721338" cy="304271"/>
          </a:xfrm>
        </p:spPr>
        <p:txBody>
          <a:bodyPr vert="horz" lIns="76200" tIns="38100" rIns="76200" bIns="38100" rtlCol="0" anchor="ctr">
            <a:noAutofit/>
          </a:bodyPr>
          <a:lstStyle/>
          <a:p>
            <a:pPr>
              <a:spcAft>
                <a:spcPts val="500"/>
              </a:spcAft>
            </a:pPr>
            <a:r>
              <a:rPr lang="en-US" sz="1167">
                <a:solidFill>
                  <a:schemeClr val="tx1">
                    <a:tint val="75000"/>
                  </a:schemeClr>
                </a:solidFill>
              </a:rPr>
              <a:t>Department of Computer science and Engineering</a:t>
            </a:r>
            <a:endParaRPr lang="en-US" sz="1167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6E849-4765-1AED-3323-D210FA29B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0696" y="5296959"/>
            <a:ext cx="231913" cy="304271"/>
          </a:xfrm>
        </p:spPr>
        <p:txBody>
          <a:bodyPr vert="horz" lIns="76200" tIns="38100" rIns="76200" bIns="38100" rtlCol="0" anchor="ctr">
            <a:noAutofit/>
          </a:bodyPr>
          <a:lstStyle/>
          <a:p>
            <a:pPr>
              <a:spcAft>
                <a:spcPts val="500"/>
              </a:spcAft>
            </a:pPr>
            <a:fld id="{8BA4E876-1E2A-41C4-BFA0-7D60E841BEBF}" type="slidenum">
              <a:rPr lang="en-US" sz="1500" b="1">
                <a:latin typeface="Arial Black" panose="020B0A04020102020204" pitchFamily="34" charset="0"/>
              </a:rPr>
              <a:pPr>
                <a:spcAft>
                  <a:spcPts val="500"/>
                </a:spcAft>
              </a:pPr>
              <a:t>4</a:t>
            </a:fld>
            <a:endParaRPr lang="en-US" sz="1500" b="1" dirty="0">
              <a:latin typeface="Arial Black" panose="020B0A040201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8A0F68A-9729-F12B-B43B-202F43806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Reminders: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F8BEAE6-919D-D964-680A-E5AF9B2F0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752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34D61-2CB3-648B-2C18-602B1EDC0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E4883-461A-2370-AA14-3CBE39802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7803" y="5296959"/>
            <a:ext cx="7721338" cy="304271"/>
          </a:xfrm>
        </p:spPr>
        <p:txBody>
          <a:bodyPr vert="horz" lIns="76200" tIns="38100" rIns="76200" bIns="38100" rtlCol="0" anchor="ctr">
            <a:noAutofit/>
          </a:bodyPr>
          <a:lstStyle/>
          <a:p>
            <a:pPr>
              <a:spcAft>
                <a:spcPts val="500"/>
              </a:spcAft>
            </a:pPr>
            <a:r>
              <a:rPr lang="en-US" sz="1167">
                <a:solidFill>
                  <a:schemeClr val="tx1">
                    <a:tint val="75000"/>
                  </a:schemeClr>
                </a:solidFill>
              </a:rPr>
              <a:t>Department of Computer science and Engineering</a:t>
            </a:r>
            <a:endParaRPr lang="en-US" sz="1167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2F96F5-A0DD-5298-E4E7-42348B9AC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0696" y="5296959"/>
            <a:ext cx="231913" cy="304271"/>
          </a:xfrm>
        </p:spPr>
        <p:txBody>
          <a:bodyPr vert="horz" lIns="76200" tIns="38100" rIns="76200" bIns="38100" rtlCol="0" anchor="ctr">
            <a:noAutofit/>
          </a:bodyPr>
          <a:lstStyle/>
          <a:p>
            <a:pPr>
              <a:spcAft>
                <a:spcPts val="500"/>
              </a:spcAft>
            </a:pPr>
            <a:fld id="{8BA4E876-1E2A-41C4-BFA0-7D60E841BEBF}" type="slidenum">
              <a:rPr lang="en-US" sz="1500" b="1">
                <a:latin typeface="Arial Black" panose="020B0A04020102020204" pitchFamily="34" charset="0"/>
              </a:rPr>
              <a:pPr>
                <a:spcAft>
                  <a:spcPts val="500"/>
                </a:spcAft>
              </a:pPr>
              <a:t>5</a:t>
            </a:fld>
            <a:endParaRPr lang="en-US" sz="1500" b="1" dirty="0">
              <a:latin typeface="Arial Black" panose="020B0A040201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401FFAC-EE96-15EF-7C40-C3867AFD7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Reminders: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C73038E-A6B7-80AF-F0E7-828B9F3D1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4108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3C6B7-A7CE-D163-6E34-2EA6AB637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B6B656-8B15-098D-99EE-91443C174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7803" y="5296959"/>
            <a:ext cx="7721338" cy="304271"/>
          </a:xfrm>
        </p:spPr>
        <p:txBody>
          <a:bodyPr vert="horz" lIns="76200" tIns="38100" rIns="76200" bIns="38100" rtlCol="0" anchor="ctr">
            <a:noAutofit/>
          </a:bodyPr>
          <a:lstStyle/>
          <a:p>
            <a:pPr>
              <a:spcAft>
                <a:spcPts val="500"/>
              </a:spcAft>
            </a:pPr>
            <a:r>
              <a:rPr lang="en-US" sz="1167">
                <a:solidFill>
                  <a:schemeClr val="tx1">
                    <a:tint val="75000"/>
                  </a:schemeClr>
                </a:solidFill>
              </a:rPr>
              <a:t>Department of Computer science and Engineering</a:t>
            </a:r>
            <a:endParaRPr lang="en-US" sz="1167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064604-E55D-4498-0E71-6945FBF4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0696" y="5296959"/>
            <a:ext cx="231913" cy="304271"/>
          </a:xfrm>
        </p:spPr>
        <p:txBody>
          <a:bodyPr vert="horz" lIns="76200" tIns="38100" rIns="76200" bIns="38100" rtlCol="0" anchor="ctr">
            <a:noAutofit/>
          </a:bodyPr>
          <a:lstStyle/>
          <a:p>
            <a:pPr>
              <a:spcAft>
                <a:spcPts val="500"/>
              </a:spcAft>
            </a:pPr>
            <a:fld id="{8BA4E876-1E2A-41C4-BFA0-7D60E841BEBF}" type="slidenum">
              <a:rPr lang="en-US" sz="1500" b="1">
                <a:latin typeface="Arial Black" panose="020B0A04020102020204" pitchFamily="34" charset="0"/>
              </a:rPr>
              <a:pPr>
                <a:spcAft>
                  <a:spcPts val="500"/>
                </a:spcAft>
              </a:pPr>
              <a:t>6</a:t>
            </a:fld>
            <a:endParaRPr lang="en-US" sz="1500" b="1" dirty="0">
              <a:latin typeface="Arial Black" panose="020B0A040201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E78BBB5-2D8E-8DDA-080F-9909C99C2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Reminders: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1D19A9-2099-F8C1-6C48-CC7212072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393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1E0F5-B1E9-5C01-3587-9E9FC0667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1158D2-B33F-4927-AC93-221B9DA3D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7803" y="5296959"/>
            <a:ext cx="7721338" cy="304271"/>
          </a:xfrm>
        </p:spPr>
        <p:txBody>
          <a:bodyPr vert="horz" lIns="76200" tIns="38100" rIns="76200" bIns="38100" rtlCol="0" anchor="ctr">
            <a:noAutofit/>
          </a:bodyPr>
          <a:lstStyle/>
          <a:p>
            <a:pPr>
              <a:spcAft>
                <a:spcPts val="500"/>
              </a:spcAft>
            </a:pPr>
            <a:r>
              <a:rPr lang="en-US" sz="1167">
                <a:solidFill>
                  <a:schemeClr val="tx1">
                    <a:tint val="75000"/>
                  </a:schemeClr>
                </a:solidFill>
              </a:rPr>
              <a:t>Department of Computer science and Engineering</a:t>
            </a:r>
            <a:endParaRPr lang="en-US" sz="1167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DFC0DF-AFDF-F93B-73C7-C5EB20AE5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0696" y="5296959"/>
            <a:ext cx="231913" cy="304271"/>
          </a:xfrm>
        </p:spPr>
        <p:txBody>
          <a:bodyPr vert="horz" lIns="76200" tIns="38100" rIns="76200" bIns="38100" rtlCol="0" anchor="ctr">
            <a:noAutofit/>
          </a:bodyPr>
          <a:lstStyle/>
          <a:p>
            <a:pPr>
              <a:spcAft>
                <a:spcPts val="500"/>
              </a:spcAft>
            </a:pPr>
            <a:fld id="{8BA4E876-1E2A-41C4-BFA0-7D60E841BEBF}" type="slidenum">
              <a:rPr lang="en-US" sz="1500" b="1">
                <a:latin typeface="Arial Black" panose="020B0A04020102020204" pitchFamily="34" charset="0"/>
              </a:rPr>
              <a:pPr>
                <a:spcAft>
                  <a:spcPts val="500"/>
                </a:spcAft>
              </a:pPr>
              <a:t>7</a:t>
            </a:fld>
            <a:endParaRPr lang="en-US" sz="1500" b="1" dirty="0">
              <a:latin typeface="Arial Black" panose="020B0A040201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0917B5D-016D-20D5-3B6F-B3E52E456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Reminders: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2E9F8E3-DA01-F8C3-BA7E-3EDA34669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558510"/>
      </p:ext>
    </p:extLst>
  </p:cSld>
  <p:clrMapOvr>
    <a:masterClrMapping/>
  </p:clrMapOvr>
</p:sld>
</file>

<file path=ppt/theme/theme1.xml><?xml version="1.0" encoding="utf-8"?>
<a:theme xmlns:a="http://schemas.openxmlformats.org/drawingml/2006/main" name="fanshawe-2020-16x9">
  <a:themeElements>
    <a:clrScheme name="Custom 1">
      <a:dk1>
        <a:srgbClr val="000000"/>
      </a:dk1>
      <a:lt1>
        <a:srgbClr val="FFFFFF"/>
      </a:lt1>
      <a:dk2>
        <a:srgbClr val="636369"/>
      </a:dk2>
      <a:lt2>
        <a:srgbClr val="DEDEDE"/>
      </a:lt2>
      <a:accent1>
        <a:srgbClr val="E12319"/>
      </a:accent1>
      <a:accent2>
        <a:srgbClr val="E12319"/>
      </a:accent2>
      <a:accent3>
        <a:srgbClr val="B2272C"/>
      </a:accent3>
      <a:accent4>
        <a:srgbClr val="A02B2F"/>
      </a:accent4>
      <a:accent5>
        <a:srgbClr val="636369"/>
      </a:accent5>
      <a:accent6>
        <a:srgbClr val="636369"/>
      </a:accent6>
      <a:hlink>
        <a:srgbClr val="E12319"/>
      </a:hlink>
      <a:folHlink>
        <a:srgbClr val="B2272C"/>
      </a:folHlink>
    </a:clrScheme>
    <a:fontScheme name="Tes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nshawe-2020-16x9" id="{6B6E6776-ED82-604F-997C-94D1B9E9DDB6}" vid="{B5322445-9237-9944-9856-54FE7826FA7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37E83F48E1B947BA144F01D433B256" ma:contentTypeVersion="1" ma:contentTypeDescription="Create a new document." ma:contentTypeScope="" ma:versionID="71bfea79c356a201f1567e0bdac293d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114b19289ef4ac946b5872f9ff746df6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.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50E78A-FB33-4AFD-88F0-DAAAB93263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74A7F9-2FD3-4FAE-989D-00578CFD788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BE7AA7D5-D727-4BC0-A8A6-88D78A62F2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3166</TotalTime>
  <Words>161</Words>
  <Application>Microsoft Office PowerPoint</Application>
  <PresentationFormat>Custom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Arial Black</vt:lpstr>
      <vt:lpstr>fanshawe-2020-16x9</vt:lpstr>
      <vt:lpstr>PowerPoint Presentation</vt:lpstr>
      <vt:lpstr>Reminders:</vt:lpstr>
      <vt:lpstr>Reminders:</vt:lpstr>
      <vt:lpstr>Reminders:</vt:lpstr>
      <vt:lpstr>Reminders:</vt:lpstr>
      <vt:lpstr>Reminders:</vt:lpstr>
      <vt:lpstr>Reminders: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Huxley, Brandy</dc:creator>
  <cp:lastModifiedBy>Choi, Seongmin</cp:lastModifiedBy>
  <cp:revision>21</cp:revision>
  <dcterms:created xsi:type="dcterms:W3CDTF">2021-08-31T22:44:44Z</dcterms:created>
  <dcterms:modified xsi:type="dcterms:W3CDTF">2026-04-12T01:41:59Z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0x0101004C37E83F48E1B947BA144F01D433B256</vt:lpwstr>
  </property>
</Properties>
</file>